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"/>
            <a:ext cx="3291840" cy="6902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9728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64748B"/>
                </a:solidFill>
              </a:defRPr>
            </a:pPr>
            <a:r>
              <a:t>Capstone Project / Major Project</a:t>
            </a:r>
          </a:p>
          <a:p>
            <a:pPr algn="ctr">
              <a:defRPr sz="1800">
                <a:solidFill>
                  <a:srgbClr val="8C2323"/>
                </a:solidFill>
              </a:defRPr>
            </a:pPr>
            <a:r>
              <a:t>Course Code: &lt;Course Code&gt;</a:t>
            </a:r>
          </a:p>
          <a:p>
            <a:pPr algn="ctr">
              <a:defRPr b="1" sz="2800">
                <a:solidFill>
                  <a:srgbClr val="0F172A"/>
                </a:solidFill>
              </a:defRPr>
            </a:pPr>
            <a:r>
              <a:t>SkipQ: Campus Canteen Pre-Ordering &amp; Queue Optimization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474720"/>
          <a:ext cx="94484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5973775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Group ID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</a:defRPr>
                      </a:pPr>
                      <a:r>
                        <a:t>GRP-SQ-01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Enrollment No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</a:defRPr>
                      </a:pPr>
                      <a:r>
                        <a:t>[Your Enrollment Number(s)]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</a:defRPr>
                      </a:pPr>
                      <a:r>
                        <a:t>[Student Name(s)]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</a:defRPr>
                      </a:pPr>
                      <a:r>
                        <a:t>Department of Computer Engineering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Guide Name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</a:defRPr>
                      </a:pPr>
                      <a:r>
                        <a:t>[Faculty Guide Name]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645920"/>
            <a:ext cx="7619695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Introduction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Background and Motivation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Relevance and Importance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Literature Survey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Objectives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UML Diagrams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Work carried out till date (Table format)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Timeline Chart</a:t>
            </a:r>
          </a:p>
          <a:p>
            <a:pPr>
              <a:spcAft>
                <a:spcPts val="1000"/>
              </a:spcAft>
              <a:defRPr sz="2000">
                <a:solidFill>
                  <a:srgbClr val="0F172A"/>
                </a:solidFill>
              </a:defRPr>
            </a:pPr>
            <a:r>
              <a:t>• 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Campus Food Pre-Ordering Platform: Designed to eliminate long queue waiting times in college canteens.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Peak-Hour Solution: Solves the heavy congestion that happens during short 15–30 minute lecture breaks.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Dual-Role System: Combines a Student Radar for ordering with a live Canteen POS for food vendors.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Zero Delivery Fee: Focused on student grab-and-go self pickup with real-time digital passes.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Background and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Break-Time Rush: Hundreds of students rush to canteen counters at the exact same break time.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Manual Bottlenecks: Physical queues at billing cause students to lose 15–20 minutes of break time.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Paper Token Issues: Paper slips get lost, damaged, or miscalled during noisy peak hours.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Motivation: Create a simple mobile solution to save student time and organize canteen orders.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Relevance and Importance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For Students: Order in advance, track cooking status, and pick up food without standing in line.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For Canteen Vendors: View orders on a live screen, manage rush hours, and avoid order mix-ups.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For College Campus: Reduces crowd congestion in dining areas and promotes a digital campus.</a:t>
            </a:r>
          </a:p>
          <a:p>
            <a:pPr>
              <a:spcAft>
                <a:spcPts val="1800"/>
              </a:spcAft>
              <a:defRPr sz="2000">
                <a:solidFill>
                  <a:srgbClr val="0F172A"/>
                </a:solidFill>
              </a:defRPr>
            </a:pPr>
            <a:r>
              <a:t>•   Campus Geofencing: Prevents fake/remote orders by restricting ordering within campus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Literature 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828800"/>
          <a:ext cx="1036289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3962095"/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Existing Apps (Zomato / Swiggy / POS)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Proposed SkipQ System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</a:defRPr>
                      </a:pPr>
                      <a:r>
                        <a:t>Commission &amp; Cost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High 20–30% vendor cut + extra delivery charges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Zero delivery fee, free &amp; campus-focused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</a:defRPr>
                      </a:pPr>
                      <a:r>
                        <a:t>Ordering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City-wide delivery (no walking campus radius)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Campus GPS geofencing (1500m radius limit)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</a:defRPr>
                      </a:pPr>
                      <a:r>
                        <a:t>Pickup &amp; Queue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Physical paper tokens or delivery driver pickup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Live Digital Pickup Pass with verification code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50">
                <a:solidFill>
                  <a:srgbClr val="0F172A"/>
                </a:solidFill>
              </a:defRPr>
            </a:pPr>
            <a:r>
              <a:t>•   1. Build Dual Interfaces: Student Radar for quick ordering + Canteen POS for order management.</a:t>
            </a:r>
          </a:p>
          <a:p>
            <a:pPr>
              <a:spcAft>
                <a:spcPts val="1400"/>
              </a:spcAft>
              <a:defRPr sz="1850">
                <a:solidFill>
                  <a:srgbClr val="0F172A"/>
                </a:solidFill>
              </a:defRPr>
            </a:pPr>
            <a:r>
              <a:t>•   2. GPS Geofencing: Ensure students can only order when they are present inside the campus.</a:t>
            </a:r>
          </a:p>
          <a:p>
            <a:pPr>
              <a:spcAft>
                <a:spcPts val="1400"/>
              </a:spcAft>
              <a:defRPr sz="1850">
                <a:solidFill>
                  <a:srgbClr val="0F172A"/>
                </a:solidFill>
              </a:defRPr>
            </a:pPr>
            <a:r>
              <a:t>•   3. Live Order Tracking: Real-time order stages (Placed ➔ Cooking ➔ Ready for Pickup).</a:t>
            </a:r>
          </a:p>
          <a:p>
            <a:pPr>
              <a:spcAft>
                <a:spcPts val="1400"/>
              </a:spcAft>
              <a:defRPr sz="1850">
                <a:solidFill>
                  <a:srgbClr val="0F172A"/>
                </a:solidFill>
              </a:defRPr>
            </a:pPr>
            <a:r>
              <a:t>•   4. Digital Pickup Pass: Secure token and verification code to guarantee accurate meal handover.</a:t>
            </a:r>
          </a:p>
          <a:p>
            <a:pPr>
              <a:spcAft>
                <a:spcPts val="1400"/>
              </a:spcAft>
              <a:defRPr sz="1850">
                <a:solidFill>
                  <a:srgbClr val="0F172A"/>
                </a:solidFill>
              </a:defRPr>
            </a:pPr>
            <a:r>
              <a:t>•   5. Fast &amp; Offline-First: Instant response with local data caching and sound alerts.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UML Diagram - Use 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8</a:t>
            </a:r>
          </a:p>
        </p:txBody>
      </p:sp>
      <p:pic>
        <p:nvPicPr>
          <p:cNvPr id="7" name="Picture 6" descr="use_cas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39812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0" y="164592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8C2323"/>
                </a:solidFill>
              </a:defRPr>
            </a:pPr>
            <a:r>
              <a:t>Key Roles &amp; Actions: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Student Actor: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Browse canteen menus &amp; diet tags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Add food to cart &amp; place order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Show Digital Pass at counter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Canteen Operator: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Receive tickets on POS queue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Update food cooking status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Verify pass code &amp; deliver meal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GPS Service: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Validates student is on campus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UML Diagram - Class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9</a:t>
            </a:r>
          </a:p>
        </p:txBody>
      </p:sp>
      <p:pic>
        <p:nvPicPr>
          <p:cNvPr id="7" name="Picture 6" descr="cla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41313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0" y="164592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8C2323"/>
                </a:solidFill>
              </a:defRPr>
            </a:pPr>
            <a:r>
              <a:t>Core Data Classes: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Canteen Class: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Name, location, rating, menu items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MenuItem Class: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Title, price, prep time, veg tag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Order Class: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Token number, status, verification code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UserProfile Class: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Student name, roll number, wallet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• GeoLocationEngine: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</a:defRPr>
            </a:pPr>
            <a:r>
              <a:t>  • Distance check (Haversine formula)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UML Diagram - Sequence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10</a:t>
            </a:r>
          </a:p>
        </p:txBody>
      </p:sp>
      <p:pic>
        <p:nvPicPr>
          <p:cNvPr id="7" name="Picture 6" descr="sequenc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217920" cy="41313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0" y="164592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8C2323"/>
                </a:solidFill>
              </a:defRPr>
            </a:pPr>
            <a:r>
              <a:t>Step-by-Step Flow: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1. Check Location: Validates student is within campus radius.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2. Place Order: Student pays &amp; order ticket is sent to POS.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3. Cooking: Canteen marks order 'In-Prep'.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4. Ready Alert: Student gets buzzer alert &amp; dynamic pickup pass.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• 5. Handover: Canteen checks pass code and completes order.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Work carried out till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64592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419295"/>
                <a:gridCol w="1828800"/>
              </a:tblGrid>
              <a:tr h="7010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Sr. No.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Module / Feature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Student Radar &amp; Menu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Campus canteen explorer, dietary filters, and food search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(100%)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GPS Geofencing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Location check using Haversine formula to block off-campus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Canteen POS Terminal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Live ticket queue with Rush Mode and menu stock toggle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(100%)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Digital Pass &amp;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Dynamic QR token pass, countdown timer, and order receipts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Real-Time Sync &amp; Audio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Instant multi-tab syncing with order ready buzzer alerts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 (100%)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Timeline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64592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36415"/>
                <a:gridCol w="2103120"/>
                <a:gridCol w="2011680"/>
              </a:tblGrid>
              <a:tr h="7010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Milestones / Deliverables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8C232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Phase 1: Planning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Literature study &amp; canteen survey analysis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Weeks 1 –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Phase 2: Architecture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System design, UML diagrams &amp; wireframes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Weeks 4 –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Phase 3: Core App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Student Radar, Canteen POS &amp; Geofencing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Weeks 7 – 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Phase 4: Order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Cart, Digital Pass, Buzzer &amp; Order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Weeks 11 –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Phase 5: Final Testing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Pilot testing, performance polish &amp; presentation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F172A"/>
                          </a:solidFill>
                        </a:defRPr>
                      </a:pPr>
                      <a:r>
                        <a:t>Weeks 14 – 16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C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lver_oak_naac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"/>
            <a:ext cx="3291840" cy="690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858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0F172A"/>
                </a:solidFill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DEPARTMENT OF COMPUTER ENGINEERING  •  *Proprietary material of SILVER OAK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>
                <a:solidFill>
                  <a:srgbClr val="0F172A"/>
                </a:solidFill>
              </a:defRPr>
            </a:pPr>
            <a:r>
              <a:t>[1] A. Kumar and S. Sharma, "Optimizing Campus Canteen Ordering Systems Using Mobile Geofencing and Queue Theory," *IEEE Smart Tech Conference*, 2023.</a:t>
            </a:r>
          </a:p>
          <a:p>
            <a:pPr>
              <a:spcAft>
                <a:spcPts val="1600"/>
              </a:spcAft>
              <a:defRPr sz="1500">
                <a:solidFill>
                  <a:srgbClr val="0F172A"/>
                </a:solidFill>
              </a:defRPr>
            </a:pPr>
            <a:r>
              <a:t>[2] R. Patel, K. Mehta, and N. Shah, "Design of Micro-Commerce Platforms for Educational Campuses," *IJCA Journal*, vol. 182, 2022.</a:t>
            </a:r>
          </a:p>
          <a:p>
            <a:pPr>
              <a:spcAft>
                <a:spcPts val="1600"/>
              </a:spcAft>
              <a:defRPr sz="1500">
                <a:solidFill>
                  <a:srgbClr val="0F172A"/>
                </a:solidFill>
              </a:defRPr>
            </a:pPr>
            <a:r>
              <a:t>[3] React Native Documentation, "Building Cross-Platform Mobile Applications," Meta Open Source, 2024. [Online]. https://reactnative.dev</a:t>
            </a:r>
          </a:p>
          <a:p>
            <a:pPr>
              <a:spcAft>
                <a:spcPts val="1600"/>
              </a:spcAft>
              <a:defRPr sz="1500">
                <a:solidFill>
                  <a:srgbClr val="0F172A"/>
                </a:solidFill>
              </a:defRPr>
            </a:pPr>
            <a:r>
              <a:t>[4] Expo Framework Guidelines, "Location Services and State Management," Expo Docs, 2025. [Online]. https://docs.expo.dev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