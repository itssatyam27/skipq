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"/>
            <a:ext cx="3291840" cy="6902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09728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4748B"/>
                </a:solidFill>
              </a:defRPr>
            </a:pPr>
            <a:r>
              <a:t>Capstone Project / Major Project</a:t>
            </a:r>
          </a:p>
          <a:p>
            <a:pPr algn="ctr">
              <a:defRPr sz="1800">
                <a:solidFill>
                  <a:srgbClr val="8C2323"/>
                </a:solidFill>
              </a:defRPr>
            </a:pPr>
            <a:r>
              <a:t>Course Code: &lt;Course Code&gt;</a:t>
            </a:r>
          </a:p>
          <a:p>
            <a:pPr algn="ctr">
              <a:defRPr sz="2800" b="1">
                <a:solidFill>
                  <a:srgbClr val="0F172A"/>
                </a:solidFill>
              </a:defRPr>
            </a:pPr>
            <a:r>
              <a:t>SkipQ: Geofenced Campus Canteen Pre-Ordering &amp; Queue Optimization Platform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94484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Group ID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GRP-SQ-01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Enrollment No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[Your Enrollment Number(s)]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[Student Name(s)]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Department of Computer Engineering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Guide Name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</a:defRPr>
                      </a:pPr>
                      <a:r>
                        <a:t>[Faculty Guide Name]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761969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Introduction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Background and Motivation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Relevance and Importance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Literature Survey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Objectives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UML Diagrams (Use Case, Class, Sequence)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Work carried out till date (Table format)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Timeline Chart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• 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Research Domain: Mobile Application Architecture, Localized Micro-Commerce, and Queueing Optimization in high-density institutional dining environments.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Problem Statement: Higher education campuses face massive peak-hour dining congestion during designated 15–30 minute break windows, causing physical queue delays and lost instructional time.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SkipQ Concept: An end-to-end geofenced pre-ordering platform combining a Student Radar interface with a real-time Canteen POS (Point of Sale) terminal.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Core Philosophy: Zero-delivery campus self-pickup with live kitchen status, transparent preparation time estimation, and automated anti-hoarding queue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Background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Peak Synchronized Demand: College schedules release thousands of students simultaneously, overwhelming campus canteen billing counters.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Manual Bottlenecks &amp; Operational Chaos: Paper tokens lead to lost receipts, order mix-ups, verbal announcement miscommunication, and untracked kitchen queues.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Commercial Platform Incompatibility: Public food delivery platforms (Zomato/Swiggy) charge high commissions (25-30%), demand high delivery fees, and fail to accommodate internal campus walking patterns.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Motivation: To engineer a localized, cost-effective campus ecosystem empowering students to skip lines while enabling canteen vendors to level kitchen load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Relevance and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Value for Students: Saves 15–20 minutes per break; provides live prep timers, dietary tag filtering (Veg, Vegan, Spicy), and instant digital pickup passes.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Value for Canteen Vendors: Digitized order queue with 'Rush Mode' throttling, zero-hardware overhead, live stock management, and immediate order throughput gains.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Value for Campus Administration: Decongests dining halls, enhances safety/hygiene protocols, and modernizes campus digital infrastructure.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  Academic &amp; Research Contribution: Introduces a practical integration of Haversine geofencing with client-side state machine queue orchestration and anti-hoarding penalties.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Commercial Apps (Zomato/Swiggy)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Campus POS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Proposed System (SkipQ)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Geofencing &amp; Campus Focus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City-wide delivery; no campus micro-boundary restrictions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On-premise only; physical presence required at billing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Campus boundary geofencing via Haversine calculation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Cost &amp; Commission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High commission (20-30%) + delivery 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Fixed POS terminal hardware + software AMC licensing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Zero delivery commission; runs on accessible mobile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Queue &amp; Anti-Hoarding Mechanism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Delivery boy pickup; no student pickup pass countdown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Paper token slips prone to misplacement and fraud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Dynamic Digital Pickup Pass with verification code &amp; ban policy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0F172A"/>
                </a:solidFill>
              </a:defRPr>
            </a:pPr>
            <a:r>
              <a:t>•   1. Develop a Unified Dual-Role Application: Seamless toggle between Student Buyer (radar, cart, order) and Canteen Seller (POS ticket queue, inventory management).</a:t>
            </a:r>
          </a:p>
          <a:p>
            <a:pPr>
              <a:spcAft>
                <a:spcPts val="1100"/>
              </a:spcAft>
              <a:defRPr sz="1550">
                <a:solidFill>
                  <a:srgbClr val="0F172A"/>
                </a:solidFill>
              </a:defRPr>
            </a:pPr>
            <a:r>
              <a:t>•   2. Implement Campus Geofencing: Integrate real-time GPS location validation using the Haversine formula to enforce ordering eligibility within campus coordinates.</a:t>
            </a:r>
          </a:p>
          <a:p>
            <a:pPr>
              <a:spcAft>
                <a:spcPts val="1100"/>
              </a:spcAft>
              <a:defRPr sz="1550">
                <a:solidFill>
                  <a:srgbClr val="0F172A"/>
                </a:solidFill>
              </a:defRPr>
            </a:pPr>
            <a:r>
              <a:t>•   3. Live Kitchen Ticket Management: Enable real-time multi-stage order tracking (Pending ➔ In-Prep ➔ Ready for Pickup ➔ Completed) with Rush Mode rate-limiting.</a:t>
            </a:r>
          </a:p>
          <a:p>
            <a:pPr>
              <a:spcAft>
                <a:spcPts val="1100"/>
              </a:spcAft>
              <a:defRPr sz="1550">
                <a:solidFill>
                  <a:srgbClr val="0F172A"/>
                </a:solidFill>
              </a:defRPr>
            </a:pPr>
            <a:r>
              <a:t>•   4. Anti-Hoarding &amp; Penalty Protocol: Build an automated penalty mechanism to identify unclaimed orders and temporarily restrict serial defaulters.</a:t>
            </a:r>
          </a:p>
          <a:p>
            <a:pPr>
              <a:spcAft>
                <a:spcPts val="1100"/>
              </a:spcAft>
              <a:defRPr sz="1550">
                <a:solidFill>
                  <a:srgbClr val="0F172A"/>
                </a:solidFill>
              </a:defRPr>
            </a:pPr>
            <a:r>
              <a:t>•   5. High Usability &amp; Offline-First State: Ensure persistent state storage (AsyncStorage) with low latency, snappy navigation, and an intuitive dark-themed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UML Diagram - 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217920" cy="3981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8C2323"/>
                </a:solidFill>
              </a:defRPr>
            </a:pPr>
            <a:r>
              <a:t>Actors &amp; Functional Boundaries: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Student Actor (Buyer):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Select University Campus &amp; view Radar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Filter Menu (Veg/Vegan/Spicy)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Add to Cart &amp; Checkout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View Live Dynamic Pickup Pass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GPS Geofence Service: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Automatically validates campus radius before payment &lt;&lt;include&gt;&gt;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Canteen Operator (POS Seller):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Manage ticket pipeline (Pending ➔ Prep ➔ Ready)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Toggle Rush Mode &amp; modify out-of-stock items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Verify pass code &amp; finalize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UML Diagram -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217920" cy="4131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8C2323"/>
                </a:solidFill>
              </a:defRPr>
            </a:pPr>
            <a:r>
              <a:t>Core Data Entities &amp; Logic: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Canteen Class: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Holds shop metadata, rush status &amp; rating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1-to-many relationship with MenuItem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MenuItem Class: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Stores pricing, preparation time &amp; dietary flags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Order &amp; CartItem Entities: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Encapsulates order state transitions &amp; token ID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UserProfile Class: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Tracks student wallet &amp; penalty counter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GeoLocationEngine Utility: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Haversine formula calculation for campus bounding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UML Diagram - Sequence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217920" cy="4131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8C2323"/>
                </a:solidFill>
              </a:defRPr>
            </a:pPr>
            <a:r>
              <a:t>End-to-End Execution Flow: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1. Geofence Check: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Student GPS polled &amp; validated within 1500m radius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2. Order &amp; Payment: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Wallet deducted &amp; ticket appended to Canteen POS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3. Kitchen Processing: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POS advances state: Pending ➔ In-Prep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4. Ready Buzzer &amp; Notification: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Student app activates Digital Pickup Pass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• 5. Handover &amp; Verification: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</a:defRPr>
            </a:pPr>
            <a:r>
              <a:t>  • Vendor verifies code &amp; marks ticket 'Completed'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Work carried out till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Module / Component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Detailed Work Description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 Stack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 (%)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Campus Radar &amp;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Built responsive Student Radar, dietary filter pills, search bar, and canteen cards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React Native, Vanilla CSS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Geofencing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Implemented GPS coordinates calculation using Haversine distance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expo-location, JS Math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Canteen POS Terminal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Developed live Kanban order board, Rush Mode switch, and menu modifier modals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React Context, React Native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Digital Pass &amp; Ban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Engineered live QR/Token pass, pickup countdown timer, and penalty ban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AsyncStorage, JS Timers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100% (Done)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Backend &amp; Live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Integration with real-time database (Supabase / WebSockets) for multi-device sync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Node.js / REST / Socket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7706"/>
                          </a:solidFill>
                        </a:defRPr>
                      </a:pPr>
                      <a:r>
                        <a:t>65% (In Progress)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Timeline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103628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/ Deliverable Tasks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Progress Status</a:t>
                      </a:r>
                    </a:p>
                  </a:txBody>
                  <a:tcPr>
                    <a:solidFill>
                      <a:srgbClr val="8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Phase 1: Planning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Literature review, survey analysis, and requirement specification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Weeks 1 –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Phase 2: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System modeling, UML diagrams, and UI/UX design wireframing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Weeks 4 –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Phase 3: Core 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Student Radar, Canteen POS, Geofencing, and Pass UI components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Weeks 7 – 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Phase 4: Order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Cart management, token generation, anti-hoarding ban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Weeks 11 –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Phase 5: Deployment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Cloud database synchronization, pilot testing, and user feedback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Weeks 14 – 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97706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lver_oak_naac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"/>
            <a:ext cx="3291840" cy="690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DEPARTMENT OF COMPUTER ENGINEERING  •  *Proprietary material of SILVER OAK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[1] A. Kumar and S. Sharma, "Optimizing Campus Canteen Ordering Systems Using Mobile Geofencing and Queue Theory," *IEEE International Conference on Smart Technologies*, pp. 112-118, 2023.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[2] R. Patel, K. Mehta, and N. Shah, "Design and Implementation of Micro-Commerce Architecture for Educational Institutions," *International Journal of Computer Applications*, vol. 182, no. 45, pp. 24-31, 2022.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[3] React Native Core Documentation, "Building Cross-Platform Mobile Applications with Persistent Storage and Geolocation Services," Meta Open Source, 2024. [Online]. Available: https://reactnative.dev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[4] Expo Framework Guidelines, "Location Tracking, Foreground Permissions and Mobile State Management," Expo Documentation, 2025. [Online]. Available: https://docs.expo.dev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[5] M. Verma and D. Joseph, "Mitigating No-Show Defaulters in Queue-based Food Delivery Workflows using Temporal Token Bans," *Journal of Software Engineering and Applications*, vol. 15, no. 8, pp. 310-322,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1556</Words>
  <Application>Microsoft Office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Satyam Pandey</cp:lastModifiedBy>
  <cp:revision>1</cp:revision>
  <dcterms:created xsi:type="dcterms:W3CDTF">2013-01-27T09:14:16Z</dcterms:created>
  <dcterms:modified xsi:type="dcterms:W3CDTF">2026-08-20T13:56:23Z</dcterms:modified>
  <cp:category/>
</cp:coreProperties>
</file>